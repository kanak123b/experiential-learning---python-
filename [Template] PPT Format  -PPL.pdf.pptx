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9144000" cy="6858000"/>
  <p:notesSz cx="6858000" cy="9144000"/>
  <p:embeddedFontLst>
    <p:embeddedFont>
      <p:font typeface="Times New Roman Bold" charset="1" panose="02020803070505020304"/>
      <p:regular r:id="rId16"/>
    </p:embeddedFont>
    <p:embeddedFont>
      <p:font typeface="Arial Bold" charset="1" panose="020B0704020202020204"/>
      <p:regular r:id="rId17"/>
    </p:embeddedFont>
    <p:embeddedFont>
      <p:font typeface="Canva Sans" charset="1" panose="020B0503030501040103"/>
      <p:regular r:id="rId18"/>
    </p:embeddedFont>
    <p:embeddedFont>
      <p:font typeface="Arial" charset="1" panose="020B0604020202020204"/>
      <p:regular r:id="rId19"/>
    </p:embeddedFont>
    <p:embeddedFont>
      <p:font typeface="Calibri (MS) Bold" charset="1" panose="020F0702030404030204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jpe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2553" y="90488"/>
            <a:ext cx="8970959" cy="6683378"/>
          </a:xfrm>
          <a:custGeom>
            <a:avLst/>
            <a:gdLst/>
            <a:ahLst/>
            <a:cxnLst/>
            <a:rect r="r" b="b" t="t" l="l"/>
            <a:pathLst>
              <a:path h="6683378" w="8970959">
                <a:moveTo>
                  <a:pt x="0" y="0"/>
                </a:moveTo>
                <a:lnTo>
                  <a:pt x="8970959" y="0"/>
                </a:lnTo>
                <a:lnTo>
                  <a:pt x="8970959" y="6683378"/>
                </a:lnTo>
                <a:lnTo>
                  <a:pt x="0" y="66833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838575" y="3286620"/>
            <a:ext cx="1466850" cy="1066800"/>
            <a:chOff x="0" y="0"/>
            <a:chExt cx="1955800" cy="14224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955800" cy="1422400"/>
            </a:xfrm>
            <a:custGeom>
              <a:avLst/>
              <a:gdLst/>
              <a:ahLst/>
              <a:cxnLst/>
              <a:rect r="r" b="b" t="t" l="l"/>
              <a:pathLst>
                <a:path h="1422400" w="1955800">
                  <a:moveTo>
                    <a:pt x="0" y="0"/>
                  </a:moveTo>
                  <a:lnTo>
                    <a:pt x="1955800" y="0"/>
                  </a:lnTo>
                  <a:lnTo>
                    <a:pt x="1955800" y="1422400"/>
                  </a:lnTo>
                  <a:lnTo>
                    <a:pt x="0" y="1422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3352800" y="6477000"/>
            <a:ext cx="5637533" cy="215446"/>
          </a:xfrm>
          <a:custGeom>
            <a:avLst/>
            <a:gdLst/>
            <a:ahLst/>
            <a:cxnLst/>
            <a:rect r="r" b="b" t="t" l="l"/>
            <a:pathLst>
              <a:path h="215446" w="5637533">
                <a:moveTo>
                  <a:pt x="0" y="0"/>
                </a:moveTo>
                <a:lnTo>
                  <a:pt x="5637533" y="0"/>
                </a:lnTo>
                <a:lnTo>
                  <a:pt x="5637533" y="215446"/>
                </a:lnTo>
                <a:lnTo>
                  <a:pt x="0" y="21544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73954" y="336090"/>
            <a:ext cx="8139855" cy="197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b="true" sz="32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Experiential Learning</a:t>
            </a:r>
          </a:p>
          <a:p>
            <a:pPr algn="ctr">
              <a:lnSpc>
                <a:spcPts val="3840"/>
              </a:lnSpc>
            </a:pPr>
            <a:r>
              <a:rPr lang="en-US" b="true" sz="32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Project Assessment-I</a:t>
            </a:r>
          </a:p>
          <a:p>
            <a:pPr algn="ctr">
              <a:lnSpc>
                <a:spcPts val="3840"/>
              </a:lnSpc>
            </a:pPr>
            <a:r>
              <a:rPr lang="en-US" b="true" sz="32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on</a:t>
            </a:r>
          </a:p>
          <a:p>
            <a:pPr algn="ctr">
              <a:lnSpc>
                <a:spcPts val="3840"/>
              </a:lnSpc>
            </a:pPr>
            <a:r>
              <a:rPr lang="en-US" b="true" sz="3200">
                <a:solidFill>
                  <a:srgbClr val="0000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“QR CODE ENCODER / DECODER”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098312" y="2232889"/>
            <a:ext cx="90678" cy="494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b="true" sz="2799">
                <a:solidFill>
                  <a:srgbClr val="0000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190113" y="2232889"/>
            <a:ext cx="2597020" cy="494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b="true" sz="2799">
                <a:solidFill>
                  <a:srgbClr val="0000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under</a:t>
            </a:r>
            <a:r>
              <a:rPr lang="en-US" b="true" sz="2799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b="true" sz="2799">
                <a:solidFill>
                  <a:srgbClr val="0000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the</a:t>
            </a:r>
            <a:r>
              <a:rPr lang="en-US" b="true" sz="2799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b="true" sz="2799">
                <a:solidFill>
                  <a:srgbClr val="0000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course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009739" y="2672372"/>
            <a:ext cx="77724" cy="415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true" sz="2400">
                <a:solidFill>
                  <a:srgbClr val="0000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75099" y="2672372"/>
            <a:ext cx="6706343" cy="415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true" sz="2400">
                <a:solidFill>
                  <a:srgbClr val="0000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Python ProgrammingLanguage(N-PCCCM304P)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71525" y="3346199"/>
            <a:ext cx="2353227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Presented By: </a:t>
            </a:r>
          </a:p>
          <a:p>
            <a:pPr algn="l">
              <a:lnSpc>
                <a:spcPts val="2400"/>
              </a:lnSpc>
            </a:pPr>
            <a:r>
              <a:rPr lang="en-US" b="true" sz="2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Kanak Bhimte </a:t>
            </a:r>
          </a:p>
          <a:p>
            <a:pPr algn="l">
              <a:lnSpc>
                <a:spcPts val="2400"/>
              </a:lnSpc>
            </a:pPr>
            <a:r>
              <a:rPr lang="en-US" b="true" sz="2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[CM25021]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910120" y="3327511"/>
            <a:ext cx="2308403" cy="6227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b="true" sz="2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Under the Guidance of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921159" y="3899011"/>
            <a:ext cx="2221097" cy="356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b="true" sz="2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Mrs. Mayuri Getme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18375" y="5352021"/>
            <a:ext cx="7738977" cy="356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b="true" sz="2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S. B. JAIN INSTITUTE OF TECHNOLOGY MANAGEMENT AND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89796" y="5698303"/>
            <a:ext cx="6287357" cy="582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2"/>
              </a:lnSpc>
            </a:pPr>
            <a:r>
              <a:rPr lang="en-US" b="true" sz="2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RESEARCH,NAGPUR</a:t>
            </a:r>
          </a:p>
          <a:p>
            <a:pPr algn="ctr">
              <a:lnSpc>
                <a:spcPts val="2232"/>
              </a:lnSpc>
            </a:pPr>
            <a:r>
              <a:rPr lang="en-US" b="true" sz="2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An Autonomous Institute, Affiliated to RTMNU, Nagpur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342313" y="4663754"/>
            <a:ext cx="2896333" cy="385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b="true" sz="21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Session:2026-27 (ODD )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494790" y="4992748"/>
            <a:ext cx="58293" cy="326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314767" y="4992748"/>
            <a:ext cx="2951493" cy="326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Department</a:t>
            </a:r>
            <a:r>
              <a:rPr lang="en-US" b="true" sz="180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b="true" sz="18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of</a:t>
            </a:r>
            <a:r>
              <a:rPr lang="en-US" b="true" sz="180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b="true" sz="18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CSE(AI&amp;ML)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931154" y="6462760"/>
            <a:ext cx="60388" cy="2573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b="true" sz="140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)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2553" y="90488"/>
            <a:ext cx="8970959" cy="6683378"/>
          </a:xfrm>
          <a:custGeom>
            <a:avLst/>
            <a:gdLst/>
            <a:ahLst/>
            <a:cxnLst/>
            <a:rect r="r" b="b" t="t" l="l"/>
            <a:pathLst>
              <a:path h="6683378" w="8970959">
                <a:moveTo>
                  <a:pt x="0" y="0"/>
                </a:moveTo>
                <a:lnTo>
                  <a:pt x="8970959" y="0"/>
                </a:lnTo>
                <a:lnTo>
                  <a:pt x="8970959" y="6683378"/>
                </a:lnTo>
                <a:lnTo>
                  <a:pt x="0" y="66833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83587" y="334670"/>
            <a:ext cx="3308452" cy="431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b="true" sz="24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1. Problem Statement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83587" y="1439751"/>
            <a:ext cx="7723613" cy="3997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443545" indent="-221773" lvl="1">
              <a:lnSpc>
                <a:spcPts val="2876"/>
              </a:lnSpc>
              <a:buFont typeface="Arial"/>
              <a:buChar char="•"/>
            </a:pPr>
            <a:r>
              <a:rPr lang="en-US" sz="205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Develop a simple Python system to generate QR codes from text or URLs.</a:t>
            </a:r>
          </a:p>
          <a:p>
            <a:pPr algn="ctr">
              <a:lnSpc>
                <a:spcPts val="2876"/>
              </a:lnSpc>
            </a:pPr>
          </a:p>
          <a:p>
            <a:pPr algn="ctr" marL="443545" indent="-221773" lvl="1">
              <a:lnSpc>
                <a:spcPts val="2876"/>
              </a:lnSpc>
              <a:buFont typeface="Arial"/>
              <a:buChar char="•"/>
            </a:pPr>
            <a:r>
              <a:rPr lang="en-US" sz="205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Decode and display information stored in QR code images.</a:t>
            </a:r>
          </a:p>
          <a:p>
            <a:pPr algn="ctr">
              <a:lnSpc>
                <a:spcPts val="2876"/>
              </a:lnSpc>
            </a:pPr>
          </a:p>
          <a:p>
            <a:pPr algn="ctr" marL="443545" indent="-221773" lvl="1">
              <a:lnSpc>
                <a:spcPts val="2876"/>
              </a:lnSpc>
              <a:buFont typeface="Arial"/>
              <a:buChar char="•"/>
            </a:pPr>
            <a:r>
              <a:rPr lang="en-US" sz="205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Make the process quick, simple, and easy for users.</a:t>
            </a:r>
          </a:p>
          <a:p>
            <a:pPr algn="ctr">
              <a:lnSpc>
                <a:spcPts val="2876"/>
              </a:lnSpc>
            </a:pPr>
          </a:p>
          <a:p>
            <a:pPr algn="ctr" marL="443545" indent="-221773" lvl="1">
              <a:lnSpc>
                <a:spcPts val="2876"/>
              </a:lnSpc>
              <a:buFont typeface="Arial"/>
              <a:buChar char="•"/>
            </a:pPr>
            <a:r>
              <a:rPr lang="en-US" sz="205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Reduce the need for separate tools for QR code generation and decoding.</a:t>
            </a:r>
          </a:p>
          <a:p>
            <a:pPr algn="ctr">
              <a:lnSpc>
                <a:spcPts val="2876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2553" y="90488"/>
            <a:ext cx="8970959" cy="6683378"/>
          </a:xfrm>
          <a:custGeom>
            <a:avLst/>
            <a:gdLst/>
            <a:ahLst/>
            <a:cxnLst/>
            <a:rect r="r" b="b" t="t" l="l"/>
            <a:pathLst>
              <a:path h="6683378" w="8970959">
                <a:moveTo>
                  <a:pt x="0" y="0"/>
                </a:moveTo>
                <a:lnTo>
                  <a:pt x="8970959" y="0"/>
                </a:lnTo>
                <a:lnTo>
                  <a:pt x="8970959" y="6683378"/>
                </a:lnTo>
                <a:lnTo>
                  <a:pt x="0" y="66833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70560" y="349167"/>
            <a:ext cx="1816151" cy="431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b="true" sz="24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2. Objective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27750" y="4076138"/>
            <a:ext cx="57417" cy="287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85800" y="1276069"/>
            <a:ext cx="9457461" cy="3297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9"/>
              </a:lnSpc>
            </a:pPr>
            <a:r>
              <a:rPr lang="en-US" sz="212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To generate QR codes from text or URLs.</a:t>
            </a:r>
          </a:p>
          <a:p>
            <a:pPr algn="l">
              <a:lnSpc>
                <a:spcPts val="2929"/>
              </a:lnSpc>
            </a:pPr>
          </a:p>
          <a:p>
            <a:pPr algn="l">
              <a:lnSpc>
                <a:spcPts val="2929"/>
              </a:lnSpc>
            </a:pPr>
            <a:r>
              <a:rPr lang="en-US" sz="212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en-US" sz="212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 decode information from QR code images.</a:t>
            </a:r>
          </a:p>
          <a:p>
            <a:pPr algn="l">
              <a:lnSpc>
                <a:spcPts val="2929"/>
              </a:lnSpc>
            </a:pPr>
          </a:p>
          <a:p>
            <a:pPr algn="l">
              <a:lnSpc>
                <a:spcPts val="2929"/>
              </a:lnSpc>
            </a:pPr>
            <a:r>
              <a:rPr lang="en-US" sz="212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To </a:t>
            </a:r>
            <a:r>
              <a:rPr lang="en-US" sz="212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make QR code generation and decoding simple.</a:t>
            </a:r>
          </a:p>
          <a:p>
            <a:pPr algn="l">
              <a:lnSpc>
                <a:spcPts val="2929"/>
              </a:lnSpc>
            </a:pPr>
          </a:p>
          <a:p>
            <a:pPr algn="l">
              <a:lnSpc>
                <a:spcPts val="2929"/>
              </a:lnSpc>
            </a:pPr>
            <a:r>
              <a:rPr lang="en-US" sz="212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T</a:t>
            </a:r>
            <a:r>
              <a:rPr lang="en-US" sz="212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 save and reuse generated QR codes.</a:t>
            </a:r>
          </a:p>
          <a:p>
            <a:pPr algn="l">
              <a:lnSpc>
                <a:spcPts val="2929"/>
              </a:lnSpc>
            </a:pPr>
          </a:p>
          <a:p>
            <a:pPr algn="l">
              <a:lnSpc>
                <a:spcPts val="2929"/>
              </a:lnSpc>
            </a:pPr>
            <a:r>
              <a:rPr lang="en-US" sz="212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en-US" sz="212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 understand the practical use of Python libraries.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2553" y="90488"/>
            <a:ext cx="8970959" cy="6683378"/>
          </a:xfrm>
          <a:custGeom>
            <a:avLst/>
            <a:gdLst/>
            <a:ahLst/>
            <a:cxnLst/>
            <a:rect r="r" b="b" t="t" l="l"/>
            <a:pathLst>
              <a:path h="6683378" w="8970959">
                <a:moveTo>
                  <a:pt x="0" y="0"/>
                </a:moveTo>
                <a:lnTo>
                  <a:pt x="8970959" y="0"/>
                </a:lnTo>
                <a:lnTo>
                  <a:pt x="8970959" y="6683378"/>
                </a:lnTo>
                <a:lnTo>
                  <a:pt x="0" y="66833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70560" y="349167"/>
            <a:ext cx="1887074" cy="431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b="true" sz="24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3. Algorithm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85800" y="1026189"/>
            <a:ext cx="7772400" cy="4539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83"/>
              </a:lnSpc>
            </a:pPr>
            <a:r>
              <a:rPr lang="en-US" sz="187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Start the program.</a:t>
            </a:r>
          </a:p>
          <a:p>
            <a:pPr algn="l">
              <a:lnSpc>
                <a:spcPts val="2583"/>
              </a:lnSpc>
            </a:pPr>
            <a:r>
              <a:rPr lang="en-US" sz="187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D</a:t>
            </a:r>
            <a:r>
              <a:rPr lang="en-US" sz="187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isplay two options: Encode and Decode.</a:t>
            </a:r>
          </a:p>
          <a:p>
            <a:pPr algn="l">
              <a:lnSpc>
                <a:spcPts val="2583"/>
              </a:lnSpc>
            </a:pPr>
            <a:r>
              <a:rPr lang="en-US" sz="187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 A</a:t>
            </a:r>
            <a:r>
              <a:rPr lang="en-US" sz="187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sk the user to select an option.</a:t>
            </a:r>
          </a:p>
          <a:p>
            <a:pPr algn="l">
              <a:lnSpc>
                <a:spcPts val="2583"/>
              </a:lnSpc>
            </a:pPr>
            <a:r>
              <a:rPr lang="en-US" sz="187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If </a:t>
            </a:r>
            <a:r>
              <a:rPr lang="en-US" sz="187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Encode is selected:</a:t>
            </a:r>
          </a:p>
          <a:p>
            <a:pPr algn="l">
              <a:lnSpc>
                <a:spcPts val="2583"/>
              </a:lnSpc>
            </a:pPr>
            <a:r>
              <a:rPr lang="en-US" sz="187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5. </a:t>
            </a:r>
            <a:r>
              <a:rPr lang="en-US" sz="187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Enter text or a URL.</a:t>
            </a:r>
          </a:p>
          <a:p>
            <a:pPr algn="l">
              <a:lnSpc>
                <a:spcPts val="2583"/>
              </a:lnSpc>
            </a:pPr>
            <a:r>
              <a:rPr lang="en-US" sz="187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6. G</a:t>
            </a:r>
            <a:r>
              <a:rPr lang="en-US" sz="187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enerate the QR code.</a:t>
            </a:r>
          </a:p>
          <a:p>
            <a:pPr algn="l">
              <a:lnSpc>
                <a:spcPts val="2583"/>
              </a:lnSpc>
            </a:pPr>
            <a:r>
              <a:rPr lang="en-US" sz="187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7. </a:t>
            </a:r>
            <a:r>
              <a:rPr lang="en-US" sz="187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Save the QR code as an image.</a:t>
            </a:r>
          </a:p>
          <a:p>
            <a:pPr algn="l">
              <a:lnSpc>
                <a:spcPts val="2583"/>
              </a:lnSpc>
            </a:pPr>
            <a:r>
              <a:rPr lang="en-US" sz="187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8. I</a:t>
            </a:r>
            <a:r>
              <a:rPr lang="en-US" sz="187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 Decode is selected:</a:t>
            </a:r>
          </a:p>
          <a:p>
            <a:pPr algn="l">
              <a:lnSpc>
                <a:spcPts val="2583"/>
              </a:lnSpc>
            </a:pPr>
            <a:r>
              <a:rPr lang="en-US" sz="187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9. S</a:t>
            </a:r>
            <a:r>
              <a:rPr lang="en-US" sz="187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elect/read the QR code image.</a:t>
            </a:r>
          </a:p>
          <a:p>
            <a:pPr algn="l">
              <a:lnSpc>
                <a:spcPts val="2583"/>
              </a:lnSpc>
            </a:pPr>
            <a:r>
              <a:rPr lang="en-US" sz="187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10. D</a:t>
            </a:r>
            <a:r>
              <a:rPr lang="en-US" sz="187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etect the QR code.</a:t>
            </a:r>
          </a:p>
          <a:p>
            <a:pPr algn="l">
              <a:lnSpc>
                <a:spcPts val="2583"/>
              </a:lnSpc>
            </a:pPr>
            <a:r>
              <a:rPr lang="en-US" sz="187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11. Ex</a:t>
            </a:r>
            <a:r>
              <a:rPr lang="en-US" sz="187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tract the stored information.</a:t>
            </a:r>
          </a:p>
          <a:p>
            <a:pPr algn="l">
              <a:lnSpc>
                <a:spcPts val="2583"/>
              </a:lnSpc>
            </a:pPr>
            <a:r>
              <a:rPr lang="en-US" sz="187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12. D</a:t>
            </a:r>
            <a:r>
              <a:rPr lang="en-US" sz="187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isplay the decoded data.</a:t>
            </a:r>
          </a:p>
          <a:p>
            <a:pPr algn="l">
              <a:lnSpc>
                <a:spcPts val="2583"/>
              </a:lnSpc>
            </a:pPr>
            <a:r>
              <a:rPr lang="en-US" sz="187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13. If </a:t>
            </a:r>
            <a:r>
              <a:rPr lang="en-US" sz="187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 invalid option is selected, display an error message.</a:t>
            </a:r>
          </a:p>
          <a:p>
            <a:pPr algn="l">
              <a:lnSpc>
                <a:spcPts val="2583"/>
              </a:lnSpc>
            </a:pPr>
            <a:r>
              <a:rPr lang="en-US" sz="187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14. S</a:t>
            </a:r>
            <a:r>
              <a:rPr lang="en-US" sz="187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top the program.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2553" y="90488"/>
            <a:ext cx="8970959" cy="6683378"/>
          </a:xfrm>
          <a:custGeom>
            <a:avLst/>
            <a:gdLst/>
            <a:ahLst/>
            <a:cxnLst/>
            <a:rect r="r" b="b" t="t" l="l"/>
            <a:pathLst>
              <a:path h="6683378" w="8970959">
                <a:moveTo>
                  <a:pt x="0" y="0"/>
                </a:moveTo>
                <a:lnTo>
                  <a:pt x="8970959" y="0"/>
                </a:lnTo>
                <a:lnTo>
                  <a:pt x="8970959" y="6683378"/>
                </a:lnTo>
                <a:lnTo>
                  <a:pt x="0" y="66833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656670" y="1035691"/>
            <a:ext cx="3830660" cy="4786617"/>
          </a:xfrm>
          <a:custGeom>
            <a:avLst/>
            <a:gdLst/>
            <a:ahLst/>
            <a:cxnLst/>
            <a:rect r="r" b="b" t="t" l="l"/>
            <a:pathLst>
              <a:path h="4786617" w="3830660">
                <a:moveTo>
                  <a:pt x="0" y="0"/>
                </a:moveTo>
                <a:lnTo>
                  <a:pt x="3830660" y="0"/>
                </a:lnTo>
                <a:lnTo>
                  <a:pt x="3830660" y="4786618"/>
                </a:lnTo>
                <a:lnTo>
                  <a:pt x="0" y="478661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83521" y="378143"/>
            <a:ext cx="1887398" cy="431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b="true" sz="24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4. Flowchart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2553" y="90488"/>
            <a:ext cx="8970959" cy="6683378"/>
          </a:xfrm>
          <a:custGeom>
            <a:avLst/>
            <a:gdLst/>
            <a:ahLst/>
            <a:cxnLst/>
            <a:rect r="r" b="b" t="t" l="l"/>
            <a:pathLst>
              <a:path h="6683378" w="8970959">
                <a:moveTo>
                  <a:pt x="0" y="0"/>
                </a:moveTo>
                <a:lnTo>
                  <a:pt x="8970959" y="0"/>
                </a:lnTo>
                <a:lnTo>
                  <a:pt x="8970959" y="6683378"/>
                </a:lnTo>
                <a:lnTo>
                  <a:pt x="0" y="66833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86498" y="385239"/>
            <a:ext cx="5049469" cy="431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b="true" sz="24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5. Understanding of python logic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86498" y="638175"/>
            <a:ext cx="7831262" cy="5283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</a:pPr>
          </a:p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 Takes input from the user.</a:t>
            </a:r>
          </a:p>
          <a:p>
            <a:pPr algn="just">
              <a:lnSpc>
                <a:spcPts val="2800"/>
              </a:lnSpc>
            </a:pPr>
          </a:p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 </a:t>
            </a: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Uses if-else conditions to se</a:t>
            </a: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lect</a:t>
            </a: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Encode or Decode.</a:t>
            </a:r>
          </a:p>
          <a:p>
            <a:pPr algn="just">
              <a:lnSpc>
                <a:spcPts val="2800"/>
              </a:lnSpc>
            </a:pPr>
          </a:p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 P</a:t>
            </a: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</a:t>
            </a: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rform</a:t>
            </a: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 the </a:t>
            </a: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</a:t>
            </a: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</a:t>
            </a: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quir</a:t>
            </a: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ed op</a:t>
            </a: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era</a:t>
            </a: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tion </a:t>
            </a: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bas</a:t>
            </a: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</a:t>
            </a: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 </a:t>
            </a: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</a:t>
            </a: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</a:t>
            </a: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the </a:t>
            </a: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</a:t>
            </a: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</a:t>
            </a: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lect</a:t>
            </a: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ed </a:t>
            </a: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op</a:t>
            </a: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</a:t>
            </a: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ion</a:t>
            </a: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.</a:t>
            </a:r>
          </a:p>
          <a:p>
            <a:pPr algn="just">
              <a:lnSpc>
                <a:spcPts val="2800"/>
              </a:lnSpc>
            </a:pPr>
          </a:p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 </a:t>
            </a: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Generates a QR code when Encode is selected.</a:t>
            </a:r>
          </a:p>
          <a:p>
            <a:pPr algn="just">
              <a:lnSpc>
                <a:spcPts val="2800"/>
              </a:lnSpc>
            </a:pPr>
          </a:p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 </a:t>
            </a: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Reads and extracts data when Decode is selected.</a:t>
            </a:r>
          </a:p>
          <a:p>
            <a:pPr algn="just">
              <a:lnSpc>
                <a:spcPts val="2800"/>
              </a:lnSpc>
            </a:pPr>
          </a:p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 </a:t>
            </a: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Displays the final result to the user.</a:t>
            </a:r>
          </a:p>
          <a:p>
            <a:pPr algn="just">
              <a:lnSpc>
                <a:spcPts val="2800"/>
              </a:lnSpc>
            </a:pPr>
          </a:p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 Shows </a:t>
            </a: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an</a:t>
            </a: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error m</a:t>
            </a: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es</a:t>
            </a: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sage for</a:t>
            </a: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an invalid choice.</a:t>
            </a:r>
          </a:p>
          <a:p>
            <a:pPr algn="just">
              <a:lnSpc>
                <a:spcPts val="2800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2553" y="90488"/>
            <a:ext cx="8970959" cy="6683378"/>
          </a:xfrm>
          <a:custGeom>
            <a:avLst/>
            <a:gdLst/>
            <a:ahLst/>
            <a:cxnLst/>
            <a:rect r="r" b="b" t="t" l="l"/>
            <a:pathLst>
              <a:path h="6683378" w="8970959">
                <a:moveTo>
                  <a:pt x="0" y="0"/>
                </a:moveTo>
                <a:lnTo>
                  <a:pt x="8970959" y="0"/>
                </a:lnTo>
                <a:lnTo>
                  <a:pt x="8970959" y="6683378"/>
                </a:lnTo>
                <a:lnTo>
                  <a:pt x="0" y="66833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24853" y="1264235"/>
            <a:ext cx="6494294" cy="4329529"/>
          </a:xfrm>
          <a:custGeom>
            <a:avLst/>
            <a:gdLst/>
            <a:ahLst/>
            <a:cxnLst/>
            <a:rect r="r" b="b" t="t" l="l"/>
            <a:pathLst>
              <a:path h="4329529" w="6494294">
                <a:moveTo>
                  <a:pt x="0" y="0"/>
                </a:moveTo>
                <a:lnTo>
                  <a:pt x="6494294" y="0"/>
                </a:lnTo>
                <a:lnTo>
                  <a:pt x="6494294" y="4329530"/>
                </a:lnTo>
                <a:lnTo>
                  <a:pt x="0" y="43295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98084" y="363674"/>
            <a:ext cx="6227118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b="true" sz="24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6. Graphical Representation and Working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2553" y="90488"/>
            <a:ext cx="8970959" cy="6683378"/>
          </a:xfrm>
          <a:custGeom>
            <a:avLst/>
            <a:gdLst/>
            <a:ahLst/>
            <a:cxnLst/>
            <a:rect r="r" b="b" t="t" l="l"/>
            <a:pathLst>
              <a:path h="6683378" w="8970959">
                <a:moveTo>
                  <a:pt x="0" y="0"/>
                </a:moveTo>
                <a:lnTo>
                  <a:pt x="8970959" y="0"/>
                </a:lnTo>
                <a:lnTo>
                  <a:pt x="8970959" y="6683378"/>
                </a:lnTo>
                <a:lnTo>
                  <a:pt x="0" y="66833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88778" y="283121"/>
            <a:ext cx="6140128" cy="469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b="true" sz="24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7. GitHub Account, Repository &amp; Collaboration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88778" y="695871"/>
            <a:ext cx="8464734" cy="4813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4"/>
              </a:lnSpc>
            </a:pPr>
          </a:p>
          <a:p>
            <a:pPr algn="l">
              <a:lnSpc>
                <a:spcPts val="2744"/>
              </a:lnSpc>
            </a:pPr>
            <a:r>
              <a:rPr lang="en-US" sz="19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Created a GitHub repository to store the QR Code </a:t>
            </a:r>
          </a:p>
          <a:p>
            <a:pPr algn="l">
              <a:lnSpc>
                <a:spcPts val="2744"/>
              </a:lnSpc>
            </a:pPr>
            <a:r>
              <a:rPr lang="en-US" sz="19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Encoder/Decoder project.</a:t>
            </a:r>
          </a:p>
          <a:p>
            <a:pPr algn="l">
              <a:lnSpc>
                <a:spcPts val="2744"/>
              </a:lnSpc>
            </a:pPr>
          </a:p>
          <a:p>
            <a:pPr algn="l">
              <a:lnSpc>
                <a:spcPts val="2744"/>
              </a:lnSpc>
            </a:pPr>
            <a:r>
              <a:rPr lang="en-US" sz="19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Uploaded the Python source code to the repository.</a:t>
            </a:r>
          </a:p>
          <a:p>
            <a:pPr algn="l">
              <a:lnSpc>
                <a:spcPts val="2744"/>
              </a:lnSpc>
            </a:pPr>
          </a:p>
          <a:p>
            <a:pPr algn="l">
              <a:lnSpc>
                <a:spcPts val="2744"/>
              </a:lnSpc>
            </a:pPr>
            <a:r>
              <a:rPr lang="en-US" sz="19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Used GitHub to keep the project organized and accessible.</a:t>
            </a:r>
          </a:p>
          <a:p>
            <a:pPr algn="l">
              <a:lnSpc>
                <a:spcPts val="2744"/>
              </a:lnSpc>
            </a:pPr>
          </a:p>
          <a:p>
            <a:pPr algn="l">
              <a:lnSpc>
                <a:spcPts val="2744"/>
              </a:lnSpc>
            </a:pPr>
            <a:r>
              <a:rPr lang="en-US" sz="19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Changes and updates can be tracked using commits.</a:t>
            </a:r>
          </a:p>
          <a:p>
            <a:pPr algn="l">
              <a:lnSpc>
                <a:spcPts val="2744"/>
              </a:lnSpc>
            </a:pPr>
          </a:p>
          <a:p>
            <a:pPr algn="l">
              <a:lnSpc>
                <a:spcPts val="2744"/>
              </a:lnSpc>
            </a:pPr>
            <a:r>
              <a:rPr lang="en-US" sz="19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Team members can collaborate by sharing and updating the repository.</a:t>
            </a:r>
          </a:p>
          <a:p>
            <a:pPr algn="l">
              <a:lnSpc>
                <a:spcPts val="2372"/>
              </a:lnSpc>
            </a:pPr>
          </a:p>
          <a:p>
            <a:pPr algn="l">
              <a:lnSpc>
                <a:spcPts val="2744"/>
              </a:lnSpc>
            </a:pPr>
            <a:r>
              <a:rPr lang="en-US" sz="19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GitHub helps maintain a backup and version history of the project.</a:t>
            </a:r>
          </a:p>
          <a:p>
            <a:pPr algn="l">
              <a:lnSpc>
                <a:spcPts val="2744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2553" y="90488"/>
            <a:ext cx="8970959" cy="6683378"/>
          </a:xfrm>
          <a:custGeom>
            <a:avLst/>
            <a:gdLst/>
            <a:ahLst/>
            <a:cxnLst/>
            <a:rect r="r" b="b" t="t" l="l"/>
            <a:pathLst>
              <a:path h="6683378" w="8970959">
                <a:moveTo>
                  <a:pt x="0" y="0"/>
                </a:moveTo>
                <a:lnTo>
                  <a:pt x="8970959" y="0"/>
                </a:lnTo>
                <a:lnTo>
                  <a:pt x="8970959" y="6683378"/>
                </a:lnTo>
                <a:lnTo>
                  <a:pt x="0" y="66833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98075" y="317249"/>
            <a:ext cx="3989575" cy="537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0"/>
              </a:lnSpc>
            </a:pPr>
            <a:r>
              <a:rPr lang="en-US" b="true" sz="29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8. Individual Contribution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36942" y="1437646"/>
            <a:ext cx="125187" cy="1689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207"/>
              </a:lnSpc>
            </a:pPr>
            <a:r>
              <a:rPr lang="en-US" sz="15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● ● ● ● ● ●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88253" y="1437646"/>
            <a:ext cx="6378759" cy="1969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7"/>
              </a:lnSpc>
            </a:pPr>
            <a:r>
              <a:rPr lang="en-US" sz="15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Problem Analysis – Understood the library indexing problem.</a:t>
            </a:r>
          </a:p>
          <a:p>
            <a:pPr algn="l">
              <a:lnSpc>
                <a:spcPts val="2207"/>
              </a:lnSpc>
            </a:pPr>
            <a:r>
              <a:rPr lang="en-US" sz="15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Algorithm Design – Developed the steps for the hash table system. Python Coding – Implemented the library operations in Python.</a:t>
            </a:r>
          </a:p>
          <a:p>
            <a:pPr algn="l">
              <a:lnSpc>
                <a:spcPts val="2207"/>
              </a:lnSpc>
            </a:pPr>
            <a:r>
              <a:rPr lang="en-US" sz="15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Testing – Tested insertion, searching, and deletion.</a:t>
            </a:r>
          </a:p>
          <a:p>
            <a:pPr algn="l">
              <a:lnSpc>
                <a:spcPts val="2207"/>
              </a:lnSpc>
            </a:pPr>
            <a:r>
              <a:rPr lang="en-US" sz="15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GitHub Contribution – Uploaded code and made meaningful commits. Documentation &amp; PPT – Prepared project documentation and presentation slides.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2553" y="90488"/>
            <a:ext cx="8970959" cy="6683378"/>
          </a:xfrm>
          <a:custGeom>
            <a:avLst/>
            <a:gdLst/>
            <a:ahLst/>
            <a:cxnLst/>
            <a:rect r="r" b="b" t="t" l="l"/>
            <a:pathLst>
              <a:path h="6683378" w="8970959">
                <a:moveTo>
                  <a:pt x="0" y="0"/>
                </a:moveTo>
                <a:lnTo>
                  <a:pt x="8970959" y="0"/>
                </a:lnTo>
                <a:lnTo>
                  <a:pt x="8970959" y="6683378"/>
                </a:lnTo>
                <a:lnTo>
                  <a:pt x="0" y="66833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204838" y="1767577"/>
            <a:ext cx="6734324" cy="2060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000"/>
              </a:lnSpc>
            </a:pPr>
            <a:r>
              <a:rPr lang="en-US" b="true" sz="5000">
                <a:solidFill>
                  <a:srgbClr val="0000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           </a:t>
            </a:r>
            <a:r>
              <a:rPr lang="en-US" b="true" sz="5000">
                <a:solidFill>
                  <a:srgbClr val="0000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Thank You</a:t>
            </a:r>
          </a:p>
          <a:p>
            <a:pPr algn="just">
              <a:lnSpc>
                <a:spcPts val="4200"/>
              </a:lnSpc>
            </a:pPr>
            <a:r>
              <a:rPr lang="en-US" b="true" sz="3000">
                <a:solidFill>
                  <a:srgbClr val="0000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        </a:t>
            </a:r>
            <a:r>
              <a:rPr lang="en-US" b="true" sz="3000">
                <a:solidFill>
                  <a:srgbClr val="0000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“QR CODE ENCODER / DECODER”</a:t>
            </a:r>
          </a:p>
          <a:p>
            <a:pPr algn="just">
              <a:lnSpc>
                <a:spcPts val="4200"/>
              </a:lnSpc>
            </a:pPr>
            <a:r>
              <a:rPr lang="en-US" b="true" sz="3000">
                <a:solidFill>
                  <a:srgbClr val="0000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Presentation by- Kanak Bhimte (CM25021)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DAHS0FK1_Ng</dc:identifier>
  <dcterms:modified xsi:type="dcterms:W3CDTF">2011-08-01T06:04:30Z</dcterms:modified>
  <cp:revision>1</cp:revision>
  <dc:title>[Template] PPT Format  -PPL.pdf</dc:title>
</cp:coreProperties>
</file>