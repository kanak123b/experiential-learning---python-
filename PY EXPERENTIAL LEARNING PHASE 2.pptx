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Arial Bold" charset="1" panose="020B0704020202020204"/>
      <p:regular r:id="rId17"/>
    </p:embeddedFont>
    <p:embeddedFont>
      <p:font typeface="Canva Sans" charset="1" panose="020B0503030501040103"/>
      <p:regular r:id="rId18"/>
    </p:embeddedFont>
    <p:embeddedFont>
      <p:font typeface="Arial" charset="1" panose="020B0604020202020204"/>
      <p:regular r:id="rId19"/>
    </p:embeddedFont>
    <p:embeddedFont>
      <p:font typeface="Calibri (MS) Bold" charset="1" panose="020F07020304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3838575" y="3286620"/>
            <a:ext cx="1466850" cy="1066800"/>
            <a:chOff x="0" y="0"/>
            <a:chExt cx="1955800" cy="142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58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955800">
                  <a:moveTo>
                    <a:pt x="0" y="0"/>
                  </a:moveTo>
                  <a:lnTo>
                    <a:pt x="1955800" y="0"/>
                  </a:lnTo>
                  <a:lnTo>
                    <a:pt x="19558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352800" y="6477000"/>
            <a:ext cx="5637533" cy="215446"/>
          </a:xfrm>
          <a:custGeom>
            <a:avLst/>
            <a:gdLst/>
            <a:ahLst/>
            <a:cxnLst/>
            <a:rect r="r" b="b" t="t" l="l"/>
            <a:pathLst>
              <a:path h="215446" w="5637533">
                <a:moveTo>
                  <a:pt x="0" y="0"/>
                </a:moveTo>
                <a:lnTo>
                  <a:pt x="5637533" y="0"/>
                </a:lnTo>
                <a:lnTo>
                  <a:pt x="5637533" y="215446"/>
                </a:lnTo>
                <a:lnTo>
                  <a:pt x="0" y="215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473954" y="336090"/>
            <a:ext cx="813985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Experiential Learning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Assessment-I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“QR CODE ENCODER / DECODER”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8312" y="2232889"/>
            <a:ext cx="90678" cy="49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90113" y="2232889"/>
            <a:ext cx="2597020" cy="49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</a:t>
            </a: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</a:t>
            </a: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09739" y="2672372"/>
            <a:ext cx="77724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099" y="2672372"/>
            <a:ext cx="6706343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 ProgrammingLanguage(N-PCCCM304P)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1525" y="3346199"/>
            <a:ext cx="235322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 </a:t>
            </a:r>
          </a:p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Kanak Bhimte </a:t>
            </a:r>
          </a:p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[CM25021]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10120" y="3327511"/>
            <a:ext cx="2308403" cy="62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of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21159" y="3899011"/>
            <a:ext cx="2221097" cy="3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Mrs. Mayuri Getme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375" y="5352021"/>
            <a:ext cx="7738977" cy="3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 B. JAIN INSTITUTE OF TECHNOLOGY MANAGEMENT AND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9796" y="5698303"/>
            <a:ext cx="6287357" cy="58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RESEARCH,NAGPUR</a:t>
            </a:r>
          </a:p>
          <a:p>
            <a:pPr algn="ctr">
              <a:lnSpc>
                <a:spcPts val="2232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Autonomous Institute, Affiliated to RTMNU, Nagpur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2313" y="4663754"/>
            <a:ext cx="2896333" cy="3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Session:2026-27 (ODD 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94790" y="4992748"/>
            <a:ext cx="58293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14767" y="4992748"/>
            <a:ext cx="2951493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</a:t>
            </a: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</a:t>
            </a: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CSE(AI&amp;ML)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31154" y="6462760"/>
            <a:ext cx="60388" cy="25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583587" y="334670"/>
            <a:ext cx="3308452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587" y="1439751"/>
            <a:ext cx="7723613" cy="399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3545" indent="-221773">
              <a:lnSpc>
                <a:spcPts val="2876"/>
              </a:lnSpc>
              <a:buFont typeface="Arial"/>
              <a:buChar char="•"/>
            </a:pPr>
            <a:r>
              <a:t>Develop a simple Python system to generate QR codes from text or URLs.</a:t>
            </a:r>
          </a:p>
          <a:p>
            <a:pPr/>
            <a:r>
              <a:t>Decode information stored in QR code images.</a:t>
            </a:r>
          </a:p>
          <a:p>
            <a:pPr/>
            <a:r>
              <a:t>Provide a simple menu-driven interface for encoding and decoding.</a:t>
            </a:r>
          </a:p>
          <a:p>
            <a:pPr/>
            <a:r>
              <a:t>Handle invalid input, empty input, and missing image files with error messages.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670560" y="349167"/>
            <a:ext cx="1816151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7750" y="4076138"/>
            <a:ext cx="57417" cy="28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1276069"/>
            <a:ext cx="9457461" cy="329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t>• To generate QR codes from text or URLs.</a:t>
            </a:r>
          </a:p>
          <a:p>
            <a:pPr/>
            <a:r>
              <a:t>• To decode information from QR code images.</a:t>
            </a:r>
          </a:p>
          <a:p>
            <a:pPr/>
            <a:r>
              <a:t>• To save generated QR codes as PNG image files.</a:t>
            </a:r>
          </a:p>
          <a:p>
            <a:pPr/>
            <a:r>
              <a:t>• To provide a simple menu for Encode, Decode, and Exit.</a:t>
            </a:r>
          </a:p>
          <a:p>
            <a:pPr/>
            <a:r>
              <a:t>• To understand the practical use of Python libraries such as qrcode, OpenCV, and 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670560" y="349167"/>
            <a:ext cx="1887074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Algorithm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800" y="1026189"/>
            <a:ext cx="7772400" cy="45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t>1. Start the program.</a:t>
            </a:r>
          </a:p>
          <a:p>
            <a:pPr/>
            <a:r>
              <a:t>2. Display the main menu: Encode, Decode, or Exit.</a:t>
            </a:r>
          </a:p>
          <a:p>
            <a:pPr/>
            <a:r>
              <a:t>3. Ask the user to enter a choice.</a:t>
            </a:r>
          </a:p>
          <a:p>
            <a:pPr/>
            <a:r>
              <a:t>4. If Encode is selected, take text or URL as input.</a:t>
            </a:r>
          </a:p>
          <a:p>
            <a:pPr/>
            <a:r>
              <a:t>5. Check that the input is not empty.</a:t>
            </a:r>
          </a:p>
          <a:p>
            <a:pPr/>
            <a:r>
              <a:t>6. Take the output filename; use myqr.png if no filename is given.</a:t>
            </a:r>
          </a:p>
          <a:p>
            <a:pPr/>
            <a:r>
              <a:t>7. Generate the QR code using the qrcode library and save it as PNG.</a:t>
            </a:r>
          </a:p>
          <a:p>
            <a:pPr/>
            <a:r>
              <a:t>8. If Decode is selected, take the QR image filename.</a:t>
            </a:r>
          </a:p>
          <a:p>
            <a:pPr/>
            <a:r>
              <a:t>9. Check whether the image file exists and can be read.</a:t>
            </a:r>
          </a:p>
          <a:p>
            <a:pPr/>
            <a:r>
              <a:t>10. Convert the image to grayscale and detect the QR code using OpenCV.</a:t>
            </a:r>
          </a:p>
          <a:p>
            <a:pPr/>
            <a:r>
              <a:t>11. Display the decoded data if a QR code is detected.</a:t>
            </a:r>
          </a:p>
          <a:p>
            <a:pPr/>
            <a:r>
              <a:t>12. If Exit is selected, stop the program.</a:t>
            </a:r>
          </a:p>
          <a:p>
            <a:pPr/>
            <a:r>
              <a:t>13. Handle invalid menu choices and runtime errors.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2656670" y="1035691"/>
            <a:ext cx="3830660" cy="4786617"/>
          </a:xfrm>
          <a:custGeom>
            <a:avLst/>
            <a:gdLst/>
            <a:ahLst/>
            <a:cxnLst/>
            <a:rect r="r" b="b" t="t" l="l"/>
            <a:pathLst>
              <a:path h="4786617" w="3830660">
                <a:moveTo>
                  <a:pt x="0" y="0"/>
                </a:moveTo>
                <a:lnTo>
                  <a:pt x="3830660" y="0"/>
                </a:lnTo>
                <a:lnTo>
                  <a:pt x="3830660" y="4786618"/>
                </a:lnTo>
                <a:lnTo>
                  <a:pt x="0" y="4786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83521" y="378143"/>
            <a:ext cx="1887398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Flowchart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786498" y="385239"/>
            <a:ext cx="5049469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5. Understanding of python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498" y="638175"/>
            <a:ext cx="7831262" cy="52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t>• Takes input from the user using input().</a:t>
            </a:r>
          </a:p>
          <a:p>
            <a:pPr/>
            <a:r>
              <a:t>• Uses functions: encode_qr(), decode_qr(), show_menu(), and main().</a:t>
            </a:r>
          </a:p>
          <a:p>
            <a:pPr/>
            <a:r>
              <a:t>• Uses if-elif-else conditions to control Encode, Decode, and Exit.</a:t>
            </a:r>
          </a:p>
          <a:p>
            <a:pPr/>
            <a:r>
              <a:t>• Uses while True to keep showing the menu until Exit is selected.</a:t>
            </a:r>
          </a:p>
          <a:p>
            <a:pPr/>
            <a:r>
              <a:t>• Uses the qrcode library to create and save QR codes.</a:t>
            </a:r>
          </a:p>
          <a:p>
            <a:pPr/>
            <a:r>
              <a:t>• Uses OpenCV QRCodeDetector to read and decode QR images.</a:t>
            </a:r>
          </a:p>
          <a:p>
            <a:pPr/>
            <a:r>
              <a:t>• Uses os.path.exists() to check whether the image file exists.</a:t>
            </a:r>
          </a:p>
          <a:p>
            <a:pPr/>
            <a:r>
              <a:t>• Uses try-except to handle errors without abruptly stopping the program.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324853" y="1264235"/>
            <a:ext cx="6494294" cy="4329529"/>
          </a:xfrm>
          <a:custGeom>
            <a:avLst/>
            <a:gdLst/>
            <a:ahLst/>
            <a:cxnLst/>
            <a:rect r="r" b="b" t="t" l="l"/>
            <a:pathLst>
              <a:path h="4329529" w="6494294">
                <a:moveTo>
                  <a:pt x="0" y="0"/>
                </a:moveTo>
                <a:lnTo>
                  <a:pt x="6494294" y="0"/>
                </a:lnTo>
                <a:lnTo>
                  <a:pt x="6494294" y="4329530"/>
                </a:lnTo>
                <a:lnTo>
                  <a:pt x="0" y="432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98084" y="363674"/>
            <a:ext cx="62271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6. Graphical Representation and Working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588778" y="283121"/>
            <a:ext cx="614012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GitHub Account, Repository &amp; Collaboration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8778" y="695871"/>
            <a:ext cx="8464734" cy="481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t>• Created a GitHub repository to store the QR Code Encoder/Decoder project.</a:t>
            </a:r>
          </a:p>
          <a:p>
            <a:pPr/>
            <a:r>
              <a:t>• Uploaded the Python source code to the repository.</a:t>
            </a:r>
          </a:p>
          <a:p>
            <a:pPr/>
            <a:r>
              <a:t>• Used GitHub to keep the project organized and accessible.</a:t>
            </a:r>
          </a:p>
          <a:p>
            <a:pPr/>
            <a:r>
              <a:t>• Changes and updates can be tracked using commits.</a:t>
            </a:r>
          </a:p>
          <a:p>
            <a:pPr/>
            <a:r>
              <a:t>• Team members can collaborate by sharing and updating the repository.</a:t>
            </a:r>
          </a:p>
          <a:p>
            <a:pPr/>
            <a:r>
              <a:t>• GitHub helps maintain a backup and version history of the project.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598075" y="317249"/>
            <a:ext cx="3989575" cy="53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Individual Contribution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6942" y="1437646"/>
            <a:ext cx="125187" cy="168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7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● ● ● ● 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8253" y="1437646"/>
            <a:ext cx="6378759" cy="196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  <a:r>
              <a:t>• Problem Analysis – Understood the requirements of QR code encoding and decoding.</a:t>
            </a:r>
          </a:p>
          <a:p>
            <a:pPr/>
            <a:r>
              <a:t>• Algorithm Design – Designed the menu-driven flow for Encode, Decode, and Exit.</a:t>
            </a:r>
          </a:p>
          <a:p>
            <a:pPr/>
            <a:r>
              <a:t>• Python Coding – Implemented QR generation, image decoding, input validation, and error handling.</a:t>
            </a:r>
          </a:p>
          <a:p>
            <a:pPr/>
            <a:r>
              <a:t>• Testing – Tested text/URL input, PNG saving, image reading, and QR decoding.</a:t>
            </a:r>
          </a:p>
          <a:p>
            <a:pPr/>
            <a:r>
              <a:t>• GitHub Contribution – Uploaded the project code and maintained project updates.</a:t>
            </a:r>
          </a:p>
          <a:p>
            <a:pPr/>
            <a:r>
              <a:t>• Documentation &amp; PPT – Prepared project documentation and presentation slides.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4838" y="1767577"/>
            <a:ext cx="6734324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b="true" sz="5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</a:t>
            </a:r>
            <a:r>
              <a:rPr lang="en-US" b="true" sz="5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</a:t>
            </a:r>
            <a:r>
              <a:rPr lang="en-US" b="true" sz="3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“QR CODE ENCODER / DECODER”</a:t>
            </a:r>
          </a:p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Presentation by- Kanak Bhimte (CM25021)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DAHS0FK1_Ng</dc:identifier>
  <dcterms:modified xsi:type="dcterms:W3CDTF">2011-08-01T06:04:30Z</dcterms:modified>
  <cp:revision>1</cp:revision>
  <dc:title>[Template] PPT Format  -PPL.pdf</dc:title>
</cp:coreProperties>
</file>